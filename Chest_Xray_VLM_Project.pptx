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3C6E"/>
                </a:solidFill>
              </a:rPr>
              <a:t>Chest X-ray Radiology Report Generation</a:t>
            </a:r>
          </a:p>
          <a:p>
            <a:r>
              <a:rPr sz="2000">
                <a:solidFill>
                  <a:srgbClr val="1A5FB4"/>
                </a:solidFill>
              </a:rPr>
              <a:t>A Vision-Language Model (VLM) built end-to-end on a single RTX 3070 (8 GB)</a:t>
            </a:r>
          </a:p>
          <a:p>
            <a:pPr>
              <a:spcBef>
                <a:spcPts val="1800"/>
              </a:spcBef>
            </a:pPr>
            <a:r>
              <a:rPr sz="1800" b="1"/>
              <a:t>Oybek Valiyev</a:t>
            </a:r>
          </a:p>
          <a:p>
            <a:r>
              <a:rPr sz="1300">
                <a:solidFill>
                  <a:srgbClr val="444444"/>
                </a:solidFill>
              </a:rPr>
              <a:t>GitHub: github.com/varzik07/chest-xray-vlm    |    Live demo: huggingface.co/spaces/Valiye/chest-xray-report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3C6E"/>
                </a:solidFill>
              </a:rPr>
              <a:t>Problem &amp; Goal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325880"/>
            <a:ext cx="2011680" cy="45720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222222"/>
                </a:solidFill>
              </a:rPr>
              <a:t>• Task: given a chest X-ray, automatically generate the radiology findings report.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</a:rPr>
              <a:t>– A Vision-Language Model must SEE a medical image AND WRITE clinical text.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222222"/>
                </a:solidFill>
              </a:rPr>
              <a:t>• Goals of the project: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</a:rPr>
              <a:t>– Learn how VLMs work internally (build one from scratch).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</a:rPr>
              <a:t>– Ship a real, deployed, clickable demo for a portfolio.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222222"/>
                </a:solidFill>
              </a:rPr>
              <a:t>• Hard constraint: a single laptop GPU — RTX 3070, only 8 GB VRAM.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</a:rPr>
              <a:t>– Drives the choices: QLoRA, 4-bit quantization, small models, frozen encoders.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3C6E"/>
                </a:solidFill>
              </a:rPr>
              <a:t>Dataset &amp; Preprocessing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325880"/>
            <a:ext cx="2011680" cy="45720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222222"/>
                </a:solidFill>
              </a:rPr>
              <a:t>• Indiana University Chest X-ray collection: 3,955 reports + ~7,470 images.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222222"/>
                </a:solidFill>
              </a:rPr>
              <a:t>• prepare_data.py: parse each XML report, extract FINDINGS / IMPRESSION.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</a:rPr>
              <a:t>– Clean the 'XXXX' anonymization tokens; pair each report with its image(s).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222222"/>
                </a:solidFill>
              </a:rPr>
              <a:t>• Report-level train/val/test split (NOT image-level) to prevent leakage.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</a:rPr>
              <a:t>– Two views of the same patient never cross splits.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222222"/>
                </a:solidFill>
              </a:rPr>
              <a:t>• Result: 5,958 train  /  734 val  /  738 test  (image, report) pairs.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3C6E"/>
                </a:solidFill>
              </a:rPr>
              <a:t>Model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325880"/>
            <a:ext cx="2011680" cy="45720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00200"/>
            <a:ext cx="10515600" cy="56525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444444"/>
                </a:solidFill>
              </a:rPr>
              <a:t>Vision encoder (frozen) -&gt; connector (trained) -&gt; language model writes the report.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3C6E"/>
                </a:solidFill>
              </a:rPr>
              <a:t>Approach — Two Phases, Three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325880"/>
            <a:ext cx="2011680" cy="45720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222222"/>
                </a:solidFill>
              </a:rPr>
              <a:t>• Phase 1 — Baseline (learn the internals):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</a:rPr>
              <a:t>– From scratch: DenseNet121 (frozen) + projector + GPT-2 decoder.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222222"/>
                </a:solidFill>
              </a:rPr>
              <a:t>• Phase 2 — Ship a strong model: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</a:rPr>
              <a:t>– QLoRA fine-tune of SmolVLM-500M in 4-bit — fits in 8 GB.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222222"/>
                </a:solidFill>
              </a:rPr>
              <a:t>• v3 — Headline upgrade: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</a:rPr>
              <a:t>– Swap in a CheXNet (medical) DenseNet encoder pretrained on chest X-rays.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222222"/>
                </a:solidFill>
              </a:rPr>
              <a:t>• Key techniques: QLoRA, 4-bit (NF4) quantization, LoRA adapters, mixed precision, gradient checkpointing.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3C6E"/>
                </a:solidFill>
              </a:rPr>
              <a:t>Results (test set, 738 reports)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325880"/>
            <a:ext cx="2011680" cy="45720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37360"/>
          <a:ext cx="10881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560"/>
                <a:gridCol w="1813560"/>
                <a:gridCol w="1813560"/>
                <a:gridCol w="1813560"/>
                <a:gridCol w="1813560"/>
                <a:gridCol w="1813560"/>
              </a:tblGrid>
              <a:tr h="585216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Encoder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BLEU-1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ROUGE-L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METEOR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Unique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Baseline (DenseNet+GPT-2)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ImageNet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0.279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0.286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0.233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SmolVLM QLoRA 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SigLIP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0.227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25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SmolVLM QLoRA 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SigLIP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0.281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0.177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46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CheXNet + GPT-2 (v3)</a:t>
                      </a:r>
                    </a:p>
                  </a:txBody>
                  <a:tcPr>
                    <a:solidFill>
                      <a:srgbClr val="E9F6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CheXNet (medical)</a:t>
                      </a:r>
                    </a:p>
                  </a:txBody>
                  <a:tcPr>
                    <a:solidFill>
                      <a:srgbClr val="E9F6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0.343</a:t>
                      </a:r>
                    </a:p>
                  </a:txBody>
                  <a:tcPr>
                    <a:solidFill>
                      <a:srgbClr val="E9F6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0.295</a:t>
                      </a:r>
                    </a:p>
                  </a:txBody>
                  <a:tcPr>
                    <a:solidFill>
                      <a:srgbClr val="E9F6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0.280</a:t>
                      </a:r>
                    </a:p>
                  </a:txBody>
                  <a:tcPr>
                    <a:solidFill>
                      <a:srgbClr val="E9F6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9F6E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93776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A9D4A"/>
                </a:solidFill>
              </a:rPr>
              <a:t>The medical CheXNet encoder won: BLEU-1 0.343 (+23% over baseline).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3C6E"/>
                </a:solidFill>
              </a:rPr>
              <a:t>Key Finding — Mode Collapse &amp; the Metric Trap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325880"/>
            <a:ext cx="2011680" cy="45720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222222"/>
                </a:solidFill>
              </a:rPr>
              <a:t>• The first QLoRA model 'looked fine' on metrics — but diversity exposed a problem: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</a:rPr>
              <a:t>– Only 25 unique reports across 738 images; it IGNORED the X-ray (language prior).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222222"/>
                </a:solidFill>
              </a:rPr>
              <a:t>• Diagnosed it, traced the cause: frozen connector + class imbalance + under-training.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</a:rPr>
              <a:t>– Fix: LoRA on the vision connector + oversample abnormal cases + validation split -&gt; diversity +84%.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222222"/>
                </a:solidFill>
              </a:rPr>
              <a:t>• Deeper insight (the real headline):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</a:rPr>
              <a:t>– On this data, high BLEU comes from emitting the 'normal' template — metrics reward mode collapse.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</a:rPr>
              <a:t>– =&gt; Real radiology AI needs clinical-efficacy metrics (CheXbert-F1), not just BLEU/ROUGE.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3C6E"/>
                </a:solidFill>
              </a:rPr>
              <a:t>Quantization — 4-bit vs fp16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325880"/>
            <a:ext cx="2011680" cy="45720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222222"/>
                </a:solidFill>
              </a:rPr>
              <a:t>• Benchmarked SmolVLM-500M inference (20 images):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</a:rPr>
              <a:t>– fp16: 0.97 GB VRAM, 3.6 s/image.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</a:rPr>
              <a:t>– 4-bit (NF4): 0.39 GB VRAM (2.5x smaller), 5.0 s/image.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222222"/>
                </a:solidFill>
              </a:rPr>
              <a:t>• Honest takeaway: 4-bit trades speed for memory.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</a:rPr>
              <a:t>– Its real value here was enabling QLoRA TRAINING to fit in 8 GB.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</a:rPr>
              <a:t>– For serving a small model that already fits, fp16 is faster.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3C6E"/>
                </a:solidFill>
              </a:rPr>
              <a:t>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325880"/>
            <a:ext cx="2011680" cy="45720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222222"/>
                </a:solidFill>
              </a:rPr>
              <a:t>• GitHub — full source, README, and DEPLOYMENT.md (reproducible).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</a:rPr>
              <a:t>– github.com/varzik07/chest-xray-vlm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222222"/>
                </a:solidFill>
              </a:rPr>
              <a:t>• Hugging Face Spaces — live Gradio demo (free CPU, fp16).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</a:rPr>
              <a:t>– Bundled the 39 MB LoRA adapter; base model downloads at runtime.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</a:rPr>
              <a:t>– Pushed via huggingface_hub.upload_folder(); builds automatically.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</a:rPr>
              <a:t>– huggingface.co/spaces/Valiye/chest-xray-report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3C6E"/>
                </a:solidFill>
              </a:rPr>
              <a:t>Live Demo — Example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325880"/>
            <a:ext cx="2011680" cy="45720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mo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00200"/>
            <a:ext cx="10515600" cy="51184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444444"/>
                </a:solidFill>
              </a:rPr>
              <a:t>Generated report vs the radiologist's ground truth (ROUGE-L 0.90 on this case).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3C6E"/>
                </a:solidFill>
              </a:rPr>
              <a:t>Summary &amp; Skills Demonstrated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325880"/>
            <a:ext cx="2011680" cy="45720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222222"/>
                </a:solidFill>
              </a:rPr>
              <a:t>• Built and compared 3 vision-language models for radiology report generation on an 8 GB GPU.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222222"/>
                </a:solidFill>
              </a:rPr>
              <a:t>• Diagnosed mode collapse; improved a domain-specific encoder to +23% BLEU-1.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222222"/>
                </a:solidFill>
              </a:rPr>
              <a:t>• Shipped a deployed, quantized demo with reproducible training/eval code.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222222"/>
                </a:solidFill>
              </a:rPr>
              <a:t>• Skills: PyTorch, Hugging Face, QLoRA, 4-bit quantization, VLM architecture,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</a:rPr>
              <a:t>– evaluation (BLEU/ROUGE/METEOR + diversity), debugging, and deployment.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222222"/>
                </a:solidFill>
              </a:rPr>
              <a:t>• Code: github.com/varzik07/chest-xray-vlm   |   Demo: huggingface.co/spaces/Valiye/chest-xray-report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